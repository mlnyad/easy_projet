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0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93E72-F847-2676-DB6A-65E953847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8EFE70-10EB-C401-8ED5-CC956086F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F6C26-205E-D256-0A0C-DEF0E9A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79E11E-84BF-4E85-8241-8E92954A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E9C2C-DDC9-D923-EF14-E3CA5192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39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7C327-B101-E3B2-16EA-30A0FA6E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7BEF1D-D18B-679B-8E41-EFE16D4B3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5DC2DD-E8EB-CFB2-D97C-4157C4AC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BF21A2-243F-B7D1-4A7B-E92B5C56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6ACE1E-E208-F9FF-8EB3-9A1D2900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9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9FC35-BDAD-DB5D-C1F9-22832111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8BEFD5-D6ED-6919-EC63-3324BAC8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3A141C-7430-58AB-973E-114D5CE4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72D4E0-E165-42C4-B568-A76723C0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C5B5DC-5547-1B26-9096-22D138E2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21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4A526-7FDB-FE43-205B-BFB995D6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4115A-771C-F8C2-C34E-A2188A1D0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20F986-04A5-8EF5-0B85-BFB322A4E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61FE0C-59C1-325E-D287-A58AD137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122B3F-92EA-AC92-9F28-3C7433E5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BA20CE-BD56-6D05-9278-411803C9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58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23A8A9-C814-98E4-C4D1-FB862B9E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C56050-475C-21C5-E655-F3D26C107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4F3D31-B9F6-0426-7AA0-6A4D3ADAA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7AA0F05-3608-D175-3BA3-864C72BD7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374663-9A5B-8A16-4127-8432A8242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B298E5-5529-779D-FED2-1B4C9A2F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21E6B6-1928-6BC4-B0DB-FA51053F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307F25-0DF8-9FBB-482E-FCEDAF7E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9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4E03F-C5F8-E2DF-2AC2-A63A4F67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9D23CD-804B-7397-EF32-7D418990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FFB064-8115-4F67-E684-236F8A87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2CC56-CD19-F894-1766-2CCB93B1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50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2D7B00-7E9D-B83F-EA17-0ACA51AF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4D74CA-5CB8-FDCD-A205-614682DF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163DA0-1073-6852-8394-30DC7F5E9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35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FC47A-FC5D-7662-4109-205A75F7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E9F25-EF2A-7A9E-A4E0-EFAD30F03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ED560C-594A-A450-35C6-1A14A3113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DE29FC-2671-9D97-C24F-7B9F3A83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50DEC7-3061-D00E-C8FC-6D14F257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FE736E-FAE9-A9A0-A5B7-501A78D3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7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37337-F0E8-30B2-C56A-AF1B98E7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719F00-E54B-BEBB-5597-CD11F3FBF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78B112-192A-9BBF-9CEF-353D27767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8D89DA-4677-7A57-46E1-CA62BC6E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34996A-434B-6D44-D216-5D8C5531D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349038-FE73-BE25-81F0-DF268C44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80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8CAC28-3C72-D0D9-CC57-93B7BB9C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C6C13D-1452-E97B-22FD-4500582DC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338A02-4CCA-AF4E-7C3F-AC7B76AF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18B2C9-F853-A645-764B-D2BED73C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C17234-F443-7665-8EFA-77C37D16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25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78E8521-243B-3545-D27D-638836EAC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3C2857-C9B4-DA6E-6F7A-3C5A13763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788B90-D4ED-2C21-FE33-CD5E09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204813-EA82-6292-782E-470435B1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6CA4C7-3E42-C9FA-08DA-F46009F8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81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9814FE-FFC5-E156-762D-57FE2F4D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A502B3-27BA-3766-4B91-E363F23EF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9406CE-11D2-CFA3-10DE-B55E114FE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58344-BEB6-40F4-ABA3-9551A7CC22BD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0571D0-CB8C-79E6-1F23-D2D94122C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05FA66-1FE9-F436-B18F-B597FB515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F4F76-5A3C-400A-9DAA-2C6515C0F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00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CD81B-99AE-48E8-FEFC-B82B62C23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284DFE-EE7A-A7D9-67FB-E9217E9D2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34934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Contact AXCIO DATA</dc:creator>
  <cp:lastModifiedBy>Contact AXCIO DATA</cp:lastModifiedBy>
  <cp:revision>1</cp:revision>
  <dcterms:created xsi:type="dcterms:W3CDTF">2026-08-21T09:33:27Z</dcterms:created>
  <dcterms:modified xsi:type="dcterms:W3CDTF">2026-08-21T09:33:41Z</dcterms:modified>
</cp:coreProperties>
</file>